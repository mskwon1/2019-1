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00"/>
    <a:srgbClr val="8DD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6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A368-19BB-4701-8AD9-176B374D6EB2}" type="datetimeFigureOut">
              <a:rPr lang="ko-KR" altLang="en-US" smtClean="0"/>
              <a:t>2019-04-30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D616C-6963-4803-802F-21F4C42F5B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847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A368-19BB-4701-8AD9-176B374D6EB2}" type="datetimeFigureOut">
              <a:rPr lang="ko-KR" altLang="en-US" smtClean="0"/>
              <a:t>2019-04-30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D616C-6963-4803-802F-21F4C42F5B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630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A368-19BB-4701-8AD9-176B374D6EB2}" type="datetimeFigureOut">
              <a:rPr lang="ko-KR" altLang="en-US" smtClean="0"/>
              <a:t>2019-04-30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D616C-6963-4803-802F-21F4C42F5B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636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A368-19BB-4701-8AD9-176B374D6EB2}" type="datetimeFigureOut">
              <a:rPr lang="ko-KR" altLang="en-US" smtClean="0"/>
              <a:t>2019-04-30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D616C-6963-4803-802F-21F4C42F5B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043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A368-19BB-4701-8AD9-176B374D6EB2}" type="datetimeFigureOut">
              <a:rPr lang="ko-KR" altLang="en-US" smtClean="0"/>
              <a:t>2019-04-30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D616C-6963-4803-802F-21F4C42F5B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762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A368-19BB-4701-8AD9-176B374D6EB2}" type="datetimeFigureOut">
              <a:rPr lang="ko-KR" altLang="en-US" smtClean="0"/>
              <a:t>2019-04-30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D616C-6963-4803-802F-21F4C42F5B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979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A368-19BB-4701-8AD9-176B374D6EB2}" type="datetimeFigureOut">
              <a:rPr lang="ko-KR" altLang="en-US" smtClean="0"/>
              <a:t>2019-04-30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D616C-6963-4803-802F-21F4C42F5B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97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A368-19BB-4701-8AD9-176B374D6EB2}" type="datetimeFigureOut">
              <a:rPr lang="ko-KR" altLang="en-US" smtClean="0"/>
              <a:t>2019-04-30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D616C-6963-4803-802F-21F4C42F5B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379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A368-19BB-4701-8AD9-176B374D6EB2}" type="datetimeFigureOut">
              <a:rPr lang="ko-KR" altLang="en-US" smtClean="0"/>
              <a:t>2019-04-30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D616C-6963-4803-802F-21F4C42F5B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636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A368-19BB-4701-8AD9-176B374D6EB2}" type="datetimeFigureOut">
              <a:rPr lang="ko-KR" altLang="en-US" smtClean="0"/>
              <a:t>2019-04-30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D616C-6963-4803-802F-21F4C42F5B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590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9A368-19BB-4701-8AD9-176B374D6EB2}" type="datetimeFigureOut">
              <a:rPr lang="ko-KR" altLang="en-US" smtClean="0"/>
              <a:t>2019-04-30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D616C-6963-4803-802F-21F4C42F5B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49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9A368-19BB-4701-8AD9-176B374D6EB2}" type="datetimeFigureOut">
              <a:rPr lang="ko-KR" altLang="en-US" smtClean="0"/>
              <a:t>2019-04-30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D616C-6963-4803-802F-21F4C42F5B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493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/>
        </p:nvSpPr>
        <p:spPr>
          <a:xfrm>
            <a:off x="5202621" y="403469"/>
            <a:ext cx="1786758" cy="37393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5202621" y="2691758"/>
            <a:ext cx="1786758" cy="3739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OFFERING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202621" y="5223019"/>
            <a:ext cx="1786758" cy="373938"/>
          </a:xfrm>
          <a:prstGeom prst="roundRect">
            <a:avLst/>
          </a:prstGeom>
          <a:solidFill>
            <a:srgbClr val="8DD8F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5836245" y="756533"/>
            <a:ext cx="0" cy="878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모서리가 둥근 직사각형 14"/>
          <p:cNvSpPr/>
          <p:nvPr/>
        </p:nvSpPr>
        <p:spPr>
          <a:xfrm>
            <a:off x="3723664" y="1021924"/>
            <a:ext cx="2112581" cy="37393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DISCOVER</a:t>
            </a:r>
          </a:p>
          <a:p>
            <a:pPr algn="ctr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received</a:t>
            </a:r>
          </a:p>
        </p:txBody>
      </p:sp>
      <p:sp>
        <p:nvSpPr>
          <p:cNvPr id="19" name="모서리가 둥근 직사각형 18"/>
          <p:cNvSpPr/>
          <p:nvPr/>
        </p:nvSpPr>
        <p:spPr>
          <a:xfrm>
            <a:off x="5202621" y="4050873"/>
            <a:ext cx="1786758" cy="3739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6283307" y="756533"/>
            <a:ext cx="0" cy="878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모서리가 둥근 직사각형 22"/>
          <p:cNvSpPr/>
          <p:nvPr/>
        </p:nvSpPr>
        <p:spPr>
          <a:xfrm>
            <a:off x="6420882" y="29532"/>
            <a:ext cx="2112581" cy="37393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</a:p>
        </p:txBody>
      </p:sp>
      <p:cxnSp>
        <p:nvCxnSpPr>
          <p:cNvPr id="24" name="직선 화살표 연결선 23"/>
          <p:cNvCxnSpPr>
            <a:endCxn id="6" idx="0"/>
          </p:cNvCxnSpPr>
          <p:nvPr/>
        </p:nvCxnSpPr>
        <p:spPr>
          <a:xfrm>
            <a:off x="6096000" y="1984717"/>
            <a:ext cx="0" cy="707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/>
        </p:nvSpPr>
        <p:spPr>
          <a:xfrm>
            <a:off x="5836245" y="2149302"/>
            <a:ext cx="2112581" cy="4187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</a:t>
            </a:r>
          </a:p>
        </p:txBody>
      </p:sp>
      <p:cxnSp>
        <p:nvCxnSpPr>
          <p:cNvPr id="29" name="직선 연결선 28"/>
          <p:cNvCxnSpPr>
            <a:stCxn id="6" idx="1"/>
          </p:cNvCxnSpPr>
          <p:nvPr/>
        </p:nvCxnSpPr>
        <p:spPr>
          <a:xfrm flipH="1">
            <a:off x="3340787" y="2878727"/>
            <a:ext cx="18618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V="1">
            <a:off x="3340787" y="590438"/>
            <a:ext cx="0" cy="22882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>
            <a:off x="3340787" y="590438"/>
            <a:ext cx="18618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모서리가 둥근 직사각형 38"/>
          <p:cNvSpPr/>
          <p:nvPr/>
        </p:nvSpPr>
        <p:spPr>
          <a:xfrm>
            <a:off x="1289768" y="1074751"/>
            <a:ext cx="2112581" cy="126348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</a:p>
          <a:p>
            <a:pPr algn="ctr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received</a:t>
            </a:r>
            <a:b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offer rejected</a:t>
            </a:r>
          </a:p>
        </p:txBody>
      </p:sp>
      <p:sp>
        <p:nvSpPr>
          <p:cNvPr id="43" name="모서리가 둥근 직사각형 42"/>
          <p:cNvSpPr/>
          <p:nvPr/>
        </p:nvSpPr>
        <p:spPr>
          <a:xfrm>
            <a:off x="5202621" y="1635455"/>
            <a:ext cx="1786758" cy="3739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PENDING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직선 화살표 연결선 51"/>
          <p:cNvCxnSpPr>
            <a:stCxn id="6" idx="2"/>
            <a:endCxn id="19" idx="0"/>
          </p:cNvCxnSpPr>
          <p:nvPr/>
        </p:nvCxnSpPr>
        <p:spPr>
          <a:xfrm>
            <a:off x="6096000" y="3065696"/>
            <a:ext cx="0" cy="985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모서리가 둥근 직사각형 53"/>
          <p:cNvSpPr/>
          <p:nvPr/>
        </p:nvSpPr>
        <p:spPr>
          <a:xfrm>
            <a:off x="4139468" y="2893823"/>
            <a:ext cx="2044264" cy="129203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received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offer accepted</a:t>
            </a:r>
          </a:p>
        </p:txBody>
      </p:sp>
      <p:cxnSp>
        <p:nvCxnSpPr>
          <p:cNvPr id="57" name="직선 화살표 연결선 56"/>
          <p:cNvCxnSpPr>
            <a:endCxn id="7" idx="0"/>
          </p:cNvCxnSpPr>
          <p:nvPr/>
        </p:nvCxnSpPr>
        <p:spPr>
          <a:xfrm>
            <a:off x="6096000" y="4424811"/>
            <a:ext cx="0" cy="798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모서리가 둥근 직사각형 58"/>
          <p:cNvSpPr/>
          <p:nvPr/>
        </p:nvSpPr>
        <p:spPr>
          <a:xfrm>
            <a:off x="5836245" y="4588443"/>
            <a:ext cx="2112581" cy="4187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send</a:t>
            </a:r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</a:p>
        </p:txBody>
      </p:sp>
      <p:sp>
        <p:nvSpPr>
          <p:cNvPr id="60" name="모서리가 둥근 직사각형 59"/>
          <p:cNvSpPr/>
          <p:nvPr/>
        </p:nvSpPr>
        <p:spPr>
          <a:xfrm>
            <a:off x="7893103" y="2638517"/>
            <a:ext cx="2112581" cy="4187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Unavailable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send</a:t>
            </a:r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NACK</a:t>
            </a:r>
          </a:p>
        </p:txBody>
      </p:sp>
      <p:cxnSp>
        <p:nvCxnSpPr>
          <p:cNvPr id="62" name="직선 연결선 61"/>
          <p:cNvCxnSpPr/>
          <p:nvPr/>
        </p:nvCxnSpPr>
        <p:spPr>
          <a:xfrm flipH="1">
            <a:off x="6989379" y="4237842"/>
            <a:ext cx="115088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 flipV="1">
            <a:off x="8139137" y="702103"/>
            <a:ext cx="0" cy="35357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flipH="1">
            <a:off x="6989379" y="702103"/>
            <a:ext cx="1149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모서리가 둥근 직사각형 69"/>
          <p:cNvSpPr/>
          <p:nvPr/>
        </p:nvSpPr>
        <p:spPr>
          <a:xfrm>
            <a:off x="2297636" y="6114495"/>
            <a:ext cx="1786758" cy="373938"/>
          </a:xfrm>
          <a:prstGeom prst="roundRect">
            <a:avLst/>
          </a:prstGeom>
          <a:solidFill>
            <a:srgbClr val="FFF2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RENEWING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직선 연결선 70"/>
          <p:cNvCxnSpPr/>
          <p:nvPr/>
        </p:nvCxnSpPr>
        <p:spPr>
          <a:xfrm flipH="1">
            <a:off x="3191015" y="5409988"/>
            <a:ext cx="20116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endCxn id="70" idx="0"/>
          </p:cNvCxnSpPr>
          <p:nvPr/>
        </p:nvCxnSpPr>
        <p:spPr>
          <a:xfrm>
            <a:off x="3191015" y="5409988"/>
            <a:ext cx="0" cy="704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모서리가 둥근 직사각형 74"/>
          <p:cNvSpPr/>
          <p:nvPr/>
        </p:nvSpPr>
        <p:spPr>
          <a:xfrm>
            <a:off x="1215338" y="5531204"/>
            <a:ext cx="2112581" cy="4187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received</a:t>
            </a:r>
          </a:p>
        </p:txBody>
      </p:sp>
      <p:cxnSp>
        <p:nvCxnSpPr>
          <p:cNvPr id="78" name="직선 화살표 연결선 77"/>
          <p:cNvCxnSpPr/>
          <p:nvPr/>
        </p:nvCxnSpPr>
        <p:spPr>
          <a:xfrm flipH="1">
            <a:off x="6989379" y="236917"/>
            <a:ext cx="184307" cy="166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 flipH="1">
            <a:off x="4084393" y="6255793"/>
            <a:ext cx="20116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 flipV="1">
            <a:off x="6095999" y="5601892"/>
            <a:ext cx="0" cy="653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모서리가 둥근 직사각형 83"/>
          <p:cNvSpPr/>
          <p:nvPr/>
        </p:nvSpPr>
        <p:spPr>
          <a:xfrm>
            <a:off x="3624565" y="5632760"/>
            <a:ext cx="2112581" cy="4187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send</a:t>
            </a:r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en-US" altLang="ko-KR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6" name="직선 연결선 85"/>
          <p:cNvCxnSpPr/>
          <p:nvPr/>
        </p:nvCxnSpPr>
        <p:spPr>
          <a:xfrm flipH="1">
            <a:off x="6989379" y="5409988"/>
            <a:ext cx="301630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 flipV="1">
            <a:off x="10005684" y="590438"/>
            <a:ext cx="0" cy="48195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/>
          <p:nvPr/>
        </p:nvCxnSpPr>
        <p:spPr>
          <a:xfrm flipH="1">
            <a:off x="6989942" y="590438"/>
            <a:ext cx="3015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모서리가 둥근 직사각형 94"/>
          <p:cNvSpPr/>
          <p:nvPr/>
        </p:nvSpPr>
        <p:spPr>
          <a:xfrm>
            <a:off x="7944695" y="4991282"/>
            <a:ext cx="2112581" cy="4187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Lease time expired</a:t>
            </a:r>
          </a:p>
        </p:txBody>
      </p:sp>
      <p:cxnSp>
        <p:nvCxnSpPr>
          <p:cNvPr id="101" name="직선 연결선 100"/>
          <p:cNvCxnSpPr/>
          <p:nvPr/>
        </p:nvCxnSpPr>
        <p:spPr>
          <a:xfrm flipH="1">
            <a:off x="4084394" y="6386968"/>
            <a:ext cx="631146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 flipV="1">
            <a:off x="10395857" y="481581"/>
            <a:ext cx="0" cy="59053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직선 화살표 연결선 109"/>
          <p:cNvCxnSpPr/>
          <p:nvPr/>
        </p:nvCxnSpPr>
        <p:spPr>
          <a:xfrm flipH="1">
            <a:off x="6989942" y="481581"/>
            <a:ext cx="34059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모서리가 둥근 직사각형 112"/>
          <p:cNvSpPr/>
          <p:nvPr/>
        </p:nvSpPr>
        <p:spPr>
          <a:xfrm>
            <a:off x="10093415" y="2646990"/>
            <a:ext cx="2112581" cy="4187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Unavailable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send</a:t>
            </a:r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  <a:r>
              <a:rPr lang="en-US" altLang="ko-K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NACK</a:t>
            </a:r>
          </a:p>
        </p:txBody>
      </p:sp>
    </p:spTree>
    <p:extLst>
      <p:ext uri="{BB962C8B-B14F-4D97-AF65-F5344CB8AC3E}">
        <p14:creationId xmlns:p14="http://schemas.microsoft.com/office/powerpoint/2010/main" val="277241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34</Words>
  <Application>Microsoft Office PowerPoint</Application>
  <PresentationFormat>와이드스크린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권 민수</dc:creator>
  <cp:lastModifiedBy>권 민수</cp:lastModifiedBy>
  <cp:revision>5</cp:revision>
  <dcterms:created xsi:type="dcterms:W3CDTF">2019-04-30T07:33:42Z</dcterms:created>
  <dcterms:modified xsi:type="dcterms:W3CDTF">2019-04-30T08:14:57Z</dcterms:modified>
</cp:coreProperties>
</file>